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maps to CLO1 (describe web technologies/tools) and CLO6 (work in teams using collaboration tools).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follow along on lab computers. git status shows untracked file in red before add and green after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Older syntax: git checkout -b feature-contact. Explain fast-forward vs merge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651760"/>
            <a:ext cx="1097280" cy="64008"/>
          </a:xfrm>
          <a:prstGeom prst="rect">
            <a:avLst/>
          </a:prstGeom>
          <a:solidFill>
            <a:srgbClr val="E8742A"/>
          </a:solidFill>
        </p:spPr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Chapter 2: Version Control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DE6F2"/>
                </a:solidFill>
              </a:rPr>
              <a:t>Git, GitHub, Trello Collaboration Tools &amp; Repository Management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C0D6"/>
                </a:solidFill>
              </a:rPr>
              <a:t>Internet and Web Programming I (InSy3061) • CLO1, CLO6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FC0D6"/>
                </a:solidFill>
              </a:rPr>
              <a:t>Department of Information Systems, Wollo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Outline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804672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version control and why we need 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of version control systems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fundamentals: working directory, staging area, repository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1: Install, configure and create your first repository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2: Branching, merging and resolving conflicts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remote repositories, clone, push, pull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3: Fork, pull request and team workflow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Trello: Kanban board for team collaboration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management and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Version Control?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20624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that records changes to files over time so you can recall specific versions later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it: final.html, final_v2.html, final_REAL.html 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Benefits: history, undo mistakes, backup, parallel work, accountability (who changed what and why)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Essential for team projects like your course Project Work (30%)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097280"/>
            <a:ext cx="3749040" cy="3291840"/>
          </a:xfrm>
          <a:prstGeom prst="roundRect">
            <a:avLst>
              <a:gd name="adj" fmla="val 2778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188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</a:rPr>
              <a:t>Example timeline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0" y="1645920"/>
            <a:ext cx="201168" cy="201168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9" name="Text 7"/>
          <p:cNvSpPr txBox="1"/>
          <p:nvPr/>
        </p:nvSpPr>
        <p:spPr>
          <a:xfrm>
            <a:off x="5532120" y="1591056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v1  Create index.html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66360" y="2176272"/>
            <a:ext cx="201168" cy="201168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1" name="Text 9"/>
          <p:cNvSpPr txBox="1"/>
          <p:nvPr/>
        </p:nvSpPr>
        <p:spPr>
          <a:xfrm>
            <a:off x="5532120" y="2121408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v2  Add navigation bar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66360" y="2706624"/>
            <a:ext cx="201168" cy="201168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3" name="Text 11"/>
          <p:cNvSpPr txBox="1"/>
          <p:nvPr/>
        </p:nvSpPr>
        <p:spPr>
          <a:xfrm>
            <a:off x="5532120" y="2651760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v3  Add style.css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3236976"/>
            <a:ext cx="201168" cy="201168"/>
          </a:xfrm>
          <a:prstGeom prst="ellipse">
            <a:avLst/>
          </a:prstGeom>
          <a:solidFill>
            <a:srgbClr val="1F3A5F"/>
          </a:solidFill>
        </p:spPr>
      </p:sp>
      <p:sp>
        <p:nvSpPr>
          <p:cNvPr id="15" name="Text 13"/>
          <p:cNvSpPr txBox="1"/>
          <p:nvPr/>
        </p:nvSpPr>
        <p:spPr>
          <a:xfrm>
            <a:off x="5532120" y="3182112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v4  Add contact 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0" y="3767328"/>
            <a:ext cx="201168" cy="201168"/>
          </a:xfrm>
          <a:prstGeom prst="ellipse">
            <a:avLst/>
          </a:prstGeom>
          <a:solidFill>
            <a:srgbClr val="E8742A"/>
          </a:solidFill>
        </p:spPr>
      </p:sp>
      <p:sp>
        <p:nvSpPr>
          <p:cNvPr id="17" name="Text 15"/>
          <p:cNvSpPr txBox="1"/>
          <p:nvPr/>
        </p:nvSpPr>
        <p:spPr>
          <a:xfrm>
            <a:off x="5532120" y="3712464"/>
            <a:ext cx="3017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v5  Fix form bug  (HEAD)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of Version Control Systems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Local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Copies versions in a local folder/database on one computer.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Example: RCS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Risk: single point of failure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</a:rPr>
              <a:t>Centralized (CVCS)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737360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One central server holds all versions; users check out files.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Examples: SVN, CVS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Risk: server down = no collaboration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25400">
            <a:solidFill>
              <a:srgbClr val="E874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1887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42A"/>
                </a:solidFill>
              </a:rPr>
              <a:t>Distributed (DVCS)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737360"/>
            <a:ext cx="2377440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Every user has a full copy of the repo and history; works offline.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Examples: Git, Mercurial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B38"/>
                </a:solidFill>
              </a:rPr>
              <a:t>Most popular for modern web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Fundamentals: The Three Areas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Working Directory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Your files on disk; where you edit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2A"/>
                </a:solidFill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E8742A"/>
          </a:solidFill>
        </p:spPr>
      </p:sp>
      <p:sp>
        <p:nvSpPr>
          <p:cNvPr id="9" name="Text 7"/>
          <p:cNvSpPr txBox="1"/>
          <p:nvPr/>
        </p:nvSpPr>
        <p:spPr>
          <a:xfrm>
            <a:off x="3474720" y="11430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Staging Area (Index)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Files marked for the next commit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742A"/>
                </a:solidFill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09360" y="109728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1F3A5F"/>
          </a:solidFill>
        </p:spPr>
      </p:sp>
      <p:sp>
        <p:nvSpPr>
          <p:cNvPr id="12" name="Text 10"/>
          <p:cNvSpPr txBox="1"/>
          <p:nvPr/>
        </p:nvSpPr>
        <p:spPr>
          <a:xfrm>
            <a:off x="6400800" y="1143000"/>
            <a:ext cx="2286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Local Repository (.git)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Permanent history of commits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3317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4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2331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4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 = snapshot of your project with a message and unique ID (SHA hash)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 = movable pointer to a commit; HEAD = where you are 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= copy of the repo hosted elsewhere (e.g., GitHub), usually named origin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is the tool (local); GitHub is the hosting service (online)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1: Install, Configure &amp; First Repo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Download Git from git-scm.com and install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Verify installation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Set your identity (used in every commit)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Create project folder and initialize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5: Create index.html, then stage and commit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6: Check status and history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Terminal (Git Bash / Linux / macOS)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--version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config --global user.name "Abebe Kebede"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config --global user.email "abebe@wu.edu.et"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mkdir my-website &amp;&amp; cd my-website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init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echo "&lt;h1&gt;Hello Wollo&lt;/h1&gt;" &gt; 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"Add homepage"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log --oneline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Everyday Git Commands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status: see changed/staged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add: stage changes (use . for all)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commit: save snapshot with message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diff: compare changes line by 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log: view history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restore: discard edits to a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reset: unstage or move back commits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Daily cycle: edit → add → commit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status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"Style navbar"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diff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log --oneline --graph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undo an unwanted edit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restore style.css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unstage a file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restore --staged index.html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2: Branching &amp; Merging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Branches let you develop a feature without breaking the stable main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Create and switch to a new branch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Edit and commit on the branch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Switch back to main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Merge the branch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5: Delete the finished branch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Branching workflow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branch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switch -c feature-contact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echo "&lt;form&gt;&lt;/form&gt;" &gt; contact.html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contact.html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"Add contact form page"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switch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merge feature-contact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branch -d feature-contact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Resolving Merge Conflicts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Conflict: two branches changed the same line of the same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stops the merge and marks the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Open the file and find the markers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Keep the right version (or combine), delete markers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Stage the 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Complete with a commit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Conflict markers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merge feature-header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CONFLICT in index.html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&lt;&lt;&lt;&lt;&lt;&lt;&lt; HEAD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&lt;h1&gt;Wollo University&lt;/h1&gt;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=======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&lt;h1&gt;Welcome to WU&lt;/h1&gt;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&gt;&gt;&gt;&gt;&gt;&gt;&gt; feature-header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after editing the file: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index.html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"Resolve title conflict"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GitHub: Hosting Your Repositories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platform for hosting Git repositories in the cloud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backup, sharing, issue tracking, pull requests, GitHub Pages (free site hosting)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Alternatives: GitLab, Bitbucket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Authentication: Personal Access Token or SSH key (passwords no longer accepted for Git operations)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2A"/>
                </a:solidFill>
              </a:rPr>
              <a:t>Setup steps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93192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up at github.com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Click New repository, name it my-website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Choose Public or Private; do not add README if you already have local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the repository URL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your local project (next slide)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3: Connect Local Repo to GitHub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1: Add the remote named origin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2: Rename branch to main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3: Push first time (-u sets upstream)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4: Refresh GitHub page to see 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Teammate: clone the repo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sync: pull before you start, push when done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Push, pull, clone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remote add origin https://github.com/abebe/my-website.git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branch -M 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 -u origin main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teammate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https://github.com/abebe/my-website.git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later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remote -v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Workflow: Fork &amp; Pull Request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Fork = your own copy of someone else's repo on GitHub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Clone your fork, make a feature branch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 the branch and click Compare &amp; pull request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Reviewer comments, requests changes, then merges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fork by adding the original as upstream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Issues to report bugs and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Pull request flow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https://github.com/you/project.git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project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switch -c fix-typo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edit files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add . &amp;&amp; git commit -m "Fix typo in About"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push -u origin fix-typo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open Pull Request on GitHub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remote add upstream https://github.com/owner/project.git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pull upstream main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Trello: Team Collaboration Board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Kanban-style tool: boards contain lists, lists contain cards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hold description, checklist, due date, assignee, labels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cards left to right as work progresses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to GitHub with the Power-Up, one card per feature or issue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Steps: create board, add lists, add cards, invite members, assign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9728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99432" y="116128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To 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55448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4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3440" y="157276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38"/>
                </a:solidFill>
              </a:rPr>
              <a:t>Design wireframe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228600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4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63440" y="230428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38"/>
                </a:solidFill>
              </a:rPr>
              <a:t>Write HTML pages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09728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16752" y="116128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Doing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E874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157276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38"/>
                </a:solidFill>
              </a:rPr>
              <a:t>Style with CSS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1097280"/>
            <a:ext cx="1325880" cy="3291840"/>
          </a:xfrm>
          <a:prstGeom prst="roundRect">
            <a:avLst>
              <a:gd name="adj" fmla="val 551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34072" y="116128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Done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155448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A9D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57276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38"/>
                </a:solidFill>
              </a:rPr>
              <a:t>Create repo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2360" y="2286000"/>
            <a:ext cx="11430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A9D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0" y="2304288"/>
            <a:ext cx="1051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B38"/>
                </a:solidFill>
              </a:rPr>
              <a:t>Setup Git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2471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README.md
</a:t>
            </a:r>
            <a:r>
              <a:rPr lang="en-US" sz="1200" dirty="0">
                <a:solidFill>
                  <a:srgbClr val="222B38"/>
                </a:solidFill>
              </a:rPr>
              <a:t>Project title, description, how to run, team members.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12471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.gitignore
</a:t>
            </a:r>
            <a:r>
              <a:rPr lang="en-US" sz="1200" dirty="0">
                <a:solidFill>
                  <a:srgbClr val="222B38"/>
                </a:solidFill>
              </a:rPr>
              <a:t>Files Git should skip, e.g. node_modules/, .env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31343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LICENSE
</a:t>
            </a:r>
            <a:r>
              <a:rPr lang="en-US" sz="1200" dirty="0">
                <a:solidFill>
                  <a:srgbClr val="222B38"/>
                </a:solidFill>
              </a:rPr>
              <a:t>Tells others how they may use your code (e.g., MIT)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231343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Branch strategy
</a:t>
            </a:r>
            <a:r>
              <a:rPr lang="en-US" sz="1200" dirty="0">
                <a:solidFill>
                  <a:srgbClr val="222B38"/>
                </a:solidFill>
              </a:rPr>
              <a:t>main = stable; feature branches for new work; protect main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50215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Tags / Releases
</a:t>
            </a:r>
            <a:r>
              <a:rPr lang="en-US" sz="1200" dirty="0">
                <a:solidFill>
                  <a:srgbClr val="222B38"/>
                </a:solidFill>
              </a:rPr>
              <a:t>git tag v1.0 marks a milestone version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 w="12700">
            <a:solidFill>
              <a:srgbClr val="CCD5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502152"/>
            <a:ext cx="37490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742A"/>
                </a:solidFill>
              </a:rPr>
              <a:t>Access control
</a:t>
            </a:r>
            <a:r>
              <a:rPr lang="en-US" sz="1200" dirty="0">
                <a:solidFill>
                  <a:srgbClr val="222B38"/>
                </a:solidFill>
              </a:rPr>
              <a:t>Add collaborators; use roles and branch protection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Practices &amp; Troubleshooting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 small and often; one logical change per commit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clear messages in present tense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 before you push; never commit passwords or tokens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work directly on main in a team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commit message? amend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Pushed wrong file? remove from tracking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005840"/>
            <a:ext cx="4206240" cy="36576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05156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742A"/>
                </a:solidFill>
              </a:rPr>
              <a:t>Handy fixes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325880"/>
            <a:ext cx="3931920" cy="3246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good vs bad messages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"Add login form validation"   # good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-m "stuff"                        # bad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commit --amend -m "Correct message"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rm --cached secret.txt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stash          # save unfinished work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stash pop      # restore 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revert &lt;commit-id&gt;  # safe undo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Lab Exercise &amp; Summary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</a:rPr>
              <a:t>InSy3061 • Wollo University • Ch.2 Version Control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2A"/>
                </a:solidFill>
              </a:rPr>
              <a:t>Team task (3 students)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member creates a GitHub repo and adds teammates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 Trello board with To Do / Doing / Done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member clones and creates own branch (home, about, contact)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Commit, push, open pull requests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and merge; resolve one conflict deliberately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742A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tracks history locally; GitHub shares it online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Cycle: add → commit → push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Branches isolate work; merges combine it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Trello organizes who does what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repo hygiene makes teamwork smooth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8221</Words>
  <Application>WPS Presentation</Application>
  <PresentationFormat>On-screen Show (16:9)</PresentationFormat>
  <Paragraphs>348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Version Control</dc:title>
  <dc:creator>PptxGenJS</dc:creator>
  <dc:subject>PptxGenJS Presentation</dc:subject>
  <cp:lastModifiedBy>tarekegn walle</cp:lastModifiedBy>
  <cp:revision>2</cp:revision>
  <dcterms:created xsi:type="dcterms:W3CDTF">2026-10-03T14:54:00Z</dcterms:created>
  <dcterms:modified xsi:type="dcterms:W3CDTF">2026-10-06T13:18:35Z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B05FE6ADF24A435EB3CFE02490B1410B_12</vt:lpwstr>
  </property>
</Properties>
</file>